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EEA"/>
                </a:solidFill>
                <a:latin typeface="Malgun Gothic"/>
              </a:rPr>
              <a:t>ERP 시스템 · 인증 구조 개선안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algun Gothic"/>
              </a:rPr>
              <a:t>SSO 연동 기반 JWT 발급 구조 (TO-BE)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C8D2E8"/>
                </a:solidFill>
                <a:latin typeface="Malgun Gothic"/>
              </a:rPr>
              <a:t>SSO 인증 완료 즉시 access/refresh 토큰 발급 → 이후 모든 CRUD는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C8D2E8"/>
                </a:solidFill>
                <a:latin typeface="Malgun Gothic"/>
              </a:rPr>
              <a:t>토큰 기반 request.do 호출로 처리하는 구조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B8FF"/>
                </a:solidFill>
                <a:latin typeface="Malgun Gothic"/>
              </a:rPr>
              <a:t>제안 대상: 기존 ID/PW 기반 setSession.do 로그인 대체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CC2"/>
                </a:solidFill>
                <a:latin typeface="Malgun Gothic"/>
              </a:rPr>
              <a:t>standardSpring3_0807 · 설계 제안 · 2026-08-07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3FA0"/>
                </a:solidFill>
                <a:latin typeface="Malgun Gothic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AS-IS vs TO-BE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2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349240" cy="502920"/>
          </a:xfrm>
          <a:prstGeom prst="roundRect">
            <a:avLst>
              <a:gd name="adj" fmla="val 8000"/>
            </a:avLst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349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AS-IS  (현재 setSession.do)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49240" cy="39776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4800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0242B"/>
                </a:solidFill>
                <a:latin typeface="Malgun Gothic"/>
              </a:rPr>
              <a:t>1. 클라이언트가 ID/PW를 직접 전송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0242B"/>
                </a:solidFill>
                <a:latin typeface="Malgun Gothic"/>
              </a:rPr>
              <a:t>2. setSession.do 가 TB_USER와 대조 (자체 인증)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0242B"/>
                </a:solidFill>
                <a:latin typeface="Malgun Gothic"/>
              </a:rPr>
              <a:t>3. 인증 성공 시 그 자리에서 JWT 발급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0242B"/>
                </a:solidFill>
                <a:latin typeface="Malgun Gothic"/>
              </a:rPr>
              <a:t>4. Access Token → 응답 바디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0242B"/>
                </a:solidFill>
                <a:latin typeface="Malgun Gothic"/>
              </a:rPr>
              <a:t>5. Refresh Token → HttpOnly 쿠키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0242B"/>
                </a:solidFill>
                <a:latin typeface="Malgun Gothic"/>
              </a:rPr>
              <a:t>6. 이후 request.do 호출에 Bearer 토큰 사용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349240" cy="502920"/>
          </a:xfrm>
          <a:prstGeom prst="roundRect">
            <a:avLst>
              <a:gd name="adj" fmla="val 8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349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TO-BE  (SSO 연동)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65960"/>
            <a:ext cx="5349240" cy="39776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4800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B2A4A"/>
                </a:solidFill>
                <a:latin typeface="Malgun Gothic"/>
              </a:rPr>
              <a:t>1. 클라이언트가 OIDC Provider(/authorize)로 리다이렉트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B2A4A"/>
                </a:solidFill>
                <a:latin typeface="Malgun Gothic"/>
              </a:rPr>
              <a:t>2. 로그인 완료 후 IdP가 인가코드(code)를 콜백으로 전달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B2A4A"/>
                </a:solidFill>
                <a:latin typeface="Malgun Gothic"/>
              </a:rPr>
              <a:t>3. 신규 SsoAuthController가 code → id_token 교환 및 검증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B2A4A"/>
                </a:solidFill>
                <a:latin typeface="Malgun Gothic"/>
              </a:rPr>
              <a:t>4. 검증 성공 → 즉시 JWT accessToken/refreshToken 발급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B2A4A"/>
                </a:solidFill>
                <a:latin typeface="Malgun Gothic"/>
              </a:rPr>
              <a:t>   (기존 JwtUtil 그대로 재사용)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B2A4A"/>
                </a:solidFill>
                <a:latin typeface="Malgun Gothic"/>
              </a:rPr>
              <a:t>5. 이후 request.do CRUD 흐름은 기존 구조와 100% 동일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0807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B6370"/>
                </a:solidFill>
                <a:latin typeface="Malgun Gothic"/>
              </a:rPr>
              <a:t>→ 바뀌는 것은 "누가 신원을 인증하는가" 뿐입니다. TB_USER 비밀번호 대조 대신 SSO IdP가 인증을 대신하고, 그 이후 토큰 발급·CRUD 처리 구조는 그대로 재사용합니다.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3FA0"/>
                </a:solidFill>
                <a:latin typeface="Malgun Gothic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전체 아키텍처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3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3736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Vue3</a:t>
            </a:r>
            <a:br/>
            <a:r>
              <a:rPr sz="1250" b="1">
                <a:solidFill>
                  <a:srgbClr val="FFFFFF"/>
                </a:solidFill>
                <a:latin typeface="Malgun Gothic"/>
              </a:rPr>
              <a:t>Frontend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localhost:8080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217420.0"/>
            <a:ext cx="182880" cy="0.0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06040" y="173736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OIDC Provider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/authorize, /token, /jwks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2217420.0"/>
            <a:ext cx="182880" cy="0.0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00600" y="173736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SsoAuthController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id_token 검증 (신규)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12280" y="2217420.0"/>
            <a:ext cx="182880" cy="0.0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95160" y="173736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JwtUtil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accessToken/refreshToken</a:t>
            </a:r>
            <a:br/>
            <a:r>
              <a:rPr sz="1000" b="0">
                <a:solidFill>
                  <a:srgbClr val="FFFFFF"/>
                </a:solidFill>
                <a:latin typeface="Malgun Gothic"/>
              </a:rPr>
              <a:t>발급 (기존 재사용)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98280" y="2217420.0"/>
            <a:ext cx="182880" cy="0.0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81160" y="1737360"/>
            <a:ext cx="2423160" cy="960120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request.do</a:t>
            </a:r>
            <a:br/>
            <a:r>
              <a:rPr sz="1250" b="1">
                <a:solidFill>
                  <a:srgbClr val="FFFFFF"/>
                </a:solidFill>
                <a:latin typeface="Malgun Gothic"/>
              </a:rPr>
              <a:t>(JwtAuthFilter → Interceptor)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CRUD 처리 (기존 재사용)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신규 vs 재사용 컴포넌트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74720"/>
            <a:ext cx="2724912" cy="27432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474720"/>
            <a:ext cx="2724912" cy="45720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41648"/>
            <a:ext cx="2450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Malgun Gothic"/>
              </a:rPr>
              <a:t>SsoAuthController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00600"/>
            <a:ext cx="24505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70"/>
                </a:solidFill>
                <a:latin typeface="Malgun Gothic"/>
              </a:rPr>
              <a:t>인가코드(code) 수신 → OIDC 토큰</a:t>
            </a:r>
          </a:p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70"/>
                </a:solidFill>
                <a:latin typeface="Malgun Gothic"/>
              </a:rPr>
              <a:t>엔드포인트로 교환 요청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4992" y="3474720"/>
            <a:ext cx="2724912" cy="27432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64992" y="3474720"/>
            <a:ext cx="2724912" cy="45720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4041648"/>
            <a:ext cx="2450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Malgun Gothic"/>
              </a:rPr>
              <a:t>OidcTokenValidator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4800600"/>
            <a:ext cx="24505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70"/>
                </a:solidFill>
                <a:latin typeface="Malgun Gothic"/>
              </a:rPr>
              <a:t>id_token 서명 검증 (JWKS)</a:t>
            </a:r>
          </a:p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70"/>
                </a:solidFill>
                <a:latin typeface="Malgun Gothic"/>
              </a:rPr>
              <a:t>iss/aud/exp/nonce 클레임 검증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3474720"/>
            <a:ext cx="2724912" cy="27432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27064" y="3474720"/>
            <a:ext cx="2724912" cy="457200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재사용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4041648"/>
            <a:ext cx="2450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Malgun Gothic"/>
              </a:rPr>
              <a:t>JwtUtil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4800600"/>
            <a:ext cx="24505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70"/>
                </a:solidFill>
                <a:latin typeface="Malgun Gothic"/>
              </a:rPr>
              <a:t>generateAccessToken / generateRefreshToken</a:t>
            </a:r>
          </a:p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70"/>
                </a:solidFill>
                <a:latin typeface="Malgun Gothic"/>
              </a:rPr>
              <a:t>변경 없이 그대로 호출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3474720"/>
            <a:ext cx="2724912" cy="27432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9136" y="3474720"/>
            <a:ext cx="2724912" cy="4572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재사용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4041648"/>
            <a:ext cx="2450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Malgun Gothic"/>
              </a:rPr>
              <a:t>JwtAuthFilter</a:t>
            </a:r>
          </a:p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Malgun Gothic"/>
              </a:rPr>
              <a:t>+ Interceptor</a:t>
            </a:r>
          </a:p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B2A4A"/>
                </a:solidFill>
                <a:latin typeface="Malgun Gothic"/>
              </a:rPr>
              <a:t>+ requestService/Query.do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4800600"/>
            <a:ext cx="24505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70"/>
                </a:solidFill>
                <a:latin typeface="Malgun Gothic"/>
              </a:rPr>
              <a:t>Bearer 토큰 검증 → 세션 주입</a:t>
            </a:r>
          </a:p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370"/>
                </a:solidFill>
                <a:latin typeface="Malgun Gothic"/>
              </a:rPr>
              <a:t>→ CRUD 처리 (기존 로직 그대로)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3FA0"/>
                </a:solidFill>
                <a:latin typeface="Malgun Gothic"/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SSO 인증 → 토큰 발급 → CRUD 처리 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4 / 8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389888"/>
            <a:ext cx="347472" cy="347472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5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Malgun Gothic"/>
              </a:rPr>
              <a:t>OIDC 인증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35331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i="0">
                <a:solidFill>
                  <a:srgbClr val="5B6370"/>
                </a:solidFill>
                <a:latin typeface="Malgun Gothic"/>
              </a:rPr>
              <a:t>Vue3 → /authorize 로 리다이렉트 (response_type=code, scope=openid profile email, state, nonce, PKCE)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" y="1755648"/>
            <a:ext cx="25400" cy="20116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1938528"/>
            <a:ext cx="347472" cy="347472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5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2024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Malgun Gothic"/>
              </a:rPr>
              <a:t>인가코드 콜백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0195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i="0">
                <a:solidFill>
                  <a:srgbClr val="5B6370"/>
                </a:solidFill>
                <a:latin typeface="Malgun Gothic"/>
              </a:rPr>
              <a:t>IdP 로그인 완료 → redirect_uri(/sso/callback.do)로 인가코드(code) + state 전달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" y="2304288"/>
            <a:ext cx="25400" cy="20116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487168"/>
            <a:ext cx="347472" cy="347472"/>
          </a:xfrm>
          <a:prstGeom prst="ellipse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5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6888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Malgun Gothic"/>
              </a:rPr>
              <a:t>토큰 교환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5059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i="0">
                <a:solidFill>
                  <a:srgbClr val="5B6370"/>
                </a:solidFill>
                <a:latin typeface="Malgun Gothic"/>
              </a:rPr>
              <a:t>(신규) SsoAuthController가 /token 엔드포인트에 code 전송 → id_token/IdP access_token 수신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" y="2852928"/>
            <a:ext cx="25400" cy="20116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3035808"/>
            <a:ext cx="347472" cy="347472"/>
          </a:xfrm>
          <a:prstGeom prst="ellipse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5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01752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Malgun Gothic"/>
              </a:rPr>
              <a:t>id_token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99923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i="0">
                <a:solidFill>
                  <a:srgbClr val="5B6370"/>
                </a:solidFill>
                <a:latin typeface="Malgun Gothic"/>
              </a:rPr>
              <a:t>(신규) JWKS 공개키로 서명 검증, iss/aud/exp/nonce 확인 → sub/email 등 클레임 추출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" y="3401568"/>
            <a:ext cx="25400" cy="20116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" y="3584448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5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Malgun Gothic"/>
              </a:rPr>
              <a:t>내부 사용자 매핑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54787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i="0">
                <a:solidFill>
                  <a:srgbClr val="5B6370"/>
                </a:solidFill>
                <a:latin typeface="Malgun Gothic"/>
              </a:rPr>
              <a:t>클레임 기준 TB_USER 조회 (없으면 자동 프로비저닝) → ROLE_IDS 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" y="3950208"/>
            <a:ext cx="25400" cy="20116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" y="4133088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5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11480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Malgun Gothic"/>
              </a:rPr>
              <a:t>JWT 즉시 발급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09651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i="0">
                <a:solidFill>
                  <a:srgbClr val="5B6370"/>
                </a:solidFill>
                <a:latin typeface="Malgun Gothic"/>
              </a:rPr>
              <a:t>(기존 재사용) JwtUtil.generateAccessToken / generateRefreshToken 호출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" y="4498848"/>
            <a:ext cx="25400" cy="20116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2920" y="4681728"/>
            <a:ext cx="347472" cy="34747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5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66344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Malgun Gothic"/>
              </a:rPr>
              <a:t>토큰 응답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64515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i="0">
                <a:solidFill>
                  <a:srgbClr val="5B6370"/>
                </a:solidFill>
                <a:latin typeface="Malgun Gothic"/>
              </a:rPr>
              <a:t>accessToken → 응답 바디(Pinia) / refreshToken → HttpOnly 쿠키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" y="5047488"/>
            <a:ext cx="25400" cy="20116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2920" y="5230368"/>
            <a:ext cx="347472" cy="34747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50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21208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Malgun Gothic"/>
              </a:rPr>
              <a:t>CRUD 요청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19379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i="0">
                <a:solidFill>
                  <a:srgbClr val="5B6370"/>
                </a:solidFill>
                <a:latin typeface="Malgun Gothic"/>
              </a:rPr>
              <a:t>Vue3 → Authorization: Bearer &lt;accessToken&gt; 로 requestService.do / requestQuery.do 호출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" y="5596128"/>
            <a:ext cx="25400" cy="20116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2920" y="5779008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50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76072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Malgun Gothic"/>
              </a:rPr>
              <a:t>인증·인가 후 DB 처리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74243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i="0">
                <a:solidFill>
                  <a:srgbClr val="5B6370"/>
                </a:solidFill>
                <a:latin typeface="Malgun Gothic"/>
              </a:rPr>
              <a:t>(기존 재사용) JwtAuthFilter → Interceptor → MyBatis로 TB_* 테이블 CRUD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3FA0"/>
                </a:solidFill>
                <a:latin typeface="Malgun Gothic"/>
              </a:rPr>
              <a:t>STEP 1–5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OIDC 콜백 처리 · id_token 검증 · 사용자 매핑 (신규 구현 대상)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5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신규 엔드포인트 설계 (Authorization Code Flow)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577840" cy="210312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130">
                <a:solidFill>
                  <a:srgbClr val="D4D8E0"/>
                </a:solidFill>
                <a:latin typeface="Consolas"/>
              </a:rPr>
              <a:t>// SecurityConfig.java — permitAll() 목록에 추가 필요</a:t>
            </a:r>
          </a:p>
          <a:p>
            <a:r>
              <a:rPr sz="1130">
                <a:solidFill>
                  <a:srgbClr val="D4D8E0"/>
                </a:solidFill>
                <a:latin typeface="Consolas"/>
              </a:rPr>
              <a:t>.antMatchers(</a:t>
            </a:r>
          </a:p>
          <a:p>
            <a:r>
              <a:rPr sz="1130">
                <a:solidFill>
                  <a:srgbClr val="D4D8E0"/>
                </a:solidFill>
                <a:latin typeface="Consolas"/>
              </a:rPr>
              <a:t>  "/sso/callback.do", "/sso/login.do", ...</a:t>
            </a:r>
          </a:p>
          <a:p>
            <a:r>
              <a:rPr sz="1130">
                <a:solidFill>
                  <a:srgbClr val="D4D8E0"/>
                </a:solidFill>
                <a:latin typeface="Consolas"/>
              </a:rPr>
              <a:t>).permitAll()</a:t>
            </a:r>
          </a:p>
          <a:p/>
          <a:p>
            <a:r>
              <a:rPr sz="1130">
                <a:solidFill>
                  <a:srgbClr val="D4D8E0"/>
                </a:solidFill>
                <a:latin typeface="Consolas"/>
              </a:rPr>
              <a:t>// 신규: SsoAuthController.java</a:t>
            </a:r>
          </a:p>
          <a:p>
            <a:r>
              <a:rPr sz="1130">
                <a:solidFill>
                  <a:srgbClr val="D4D8E0"/>
                </a:solidFill>
                <a:latin typeface="Consolas"/>
              </a:rPr>
              <a:t>@RequestMapping("sso/callback.do")</a:t>
            </a:r>
          </a:p>
          <a:p>
            <a:r>
              <a:rPr sz="1130">
                <a:solidFill>
                  <a:srgbClr val="D4D8E0"/>
                </a:solidFill>
                <a:latin typeface="Consolas"/>
              </a:rPr>
              <a:t>public Map ssoCallback(String code, String state, ...)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14800"/>
            <a:ext cx="5577840" cy="219456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100">
                <a:solidFill>
                  <a:srgbClr val="D4D8E0"/>
                </a:solidFill>
                <a:latin typeface="Consolas"/>
              </a:rPr>
              <a:t>// 처리 순서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1) code + client_id/secret → POST {IdP}/token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→ id_token, (IdP) access_token 수신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2) id_token 서명 검증: JWKS({IdP}/jwks) 공개키로 RS256 검증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iss/aud/exp/nonce 일치 확인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3) 클레임(sub/email 등) 기준 TB_USER 조회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- 없으면: 정책에 따라 자동 프로비저닝 or 거부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4) ROLE_IDS 활성 여부 검증 (기존 countActiveRoles 재사용)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TB_USER 비밀번호 검증 대체 지점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5303520" cy="457200"/>
          </a:xfrm>
          <a:prstGeom prst="roundRect">
            <a:avLst>
              <a:gd name="adj" fmla="val 8000"/>
            </a:avLst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74519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AS-IS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874519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TO-BE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331719"/>
            <a:ext cx="530352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39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Malgun Gothic"/>
              </a:rPr>
              <a:t>인증 주체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377439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370"/>
                </a:solidFill>
                <a:latin typeface="Malgun Gothic"/>
              </a:rPr>
              <a:t>TB_USER.LOGIN_PASSWORD 대조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377439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0242B"/>
                </a:solidFill>
                <a:latin typeface="Malgun Gothic"/>
              </a:rPr>
              <a:t>OIDC Provider (외부)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44367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Malgun Gothic"/>
              </a:rPr>
              <a:t>신뢰 근거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944367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370"/>
                </a:solidFill>
                <a:latin typeface="Malgun Gothic"/>
              </a:rPr>
              <a:t>DB에 저장된 해시/평문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944367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0242B"/>
                </a:solidFill>
                <a:latin typeface="Malgun Gothic"/>
              </a:rPr>
              <a:t>id_token 서명 검증 (JWKS)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465575"/>
            <a:ext cx="530352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511295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Malgun Gothic"/>
              </a:rPr>
              <a:t>계정 매핑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11295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370"/>
                </a:solidFill>
                <a:latin typeface="Malgun Gothic"/>
              </a:rPr>
              <a:t>불필요 (본인 그 자체)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511295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0242B"/>
                </a:solidFill>
                <a:latin typeface="Malgun Gothic"/>
              </a:rPr>
              <a:t>id_token 클레임 → TB_USER 매핑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078223"/>
            <a:ext cx="1463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Malgun Gothic"/>
              </a:rPr>
              <a:t>신규 사용자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078223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370"/>
                </a:solidFill>
                <a:latin typeface="Malgun Gothic"/>
              </a:rPr>
              <a:t>관리자가 사전 등록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4078223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0242B"/>
                </a:solidFill>
                <a:latin typeface="Malgun Gothic"/>
              </a:rPr>
              <a:t>자동 프로비저닝 정책 결정 필요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73751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B06A00"/>
                </a:solidFill>
                <a:latin typeface="Malgun Gothic"/>
              </a:rPr>
              <a:t>⚠ 검토 필요 사항 (프로토콜: OIDC 확정)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B06A00"/>
                </a:solidFill>
                <a:latin typeface="Malgun Gothic"/>
              </a:rPr>
              <a:t>· id_token 클레임과 TB_USER를 어떤 키로 매핑할지 (sub/사번/이메일)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B06A00"/>
                </a:solidFill>
                <a:latin typeface="Malgun Gothic"/>
              </a:rPr>
              <a:t>· 미등록 사용자 자동 생성 여부 및 기본 ROLE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B06A00"/>
                </a:solidFill>
                <a:latin typeface="Malgun Gothic"/>
              </a:rPr>
              <a:t>· Authorization Code + PKCE 적용 여부, JWKS 캐싱 주기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3FA0"/>
                </a:solidFill>
                <a:latin typeface="Malgun Gothic"/>
              </a:rPr>
              <a:t>STEP 6–7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JWT 즉시 발급 (기존 로직 재사용)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6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0"/>
                </a:solidFill>
                <a:latin typeface="Malgun Gothic"/>
              </a:rPr>
              <a:t>SSO 검증 성공 직후, 기존 JwtUtil을 그대로 호출 — 변경 없음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577840" cy="219456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150">
                <a:solidFill>
                  <a:srgbClr val="D4D8E0"/>
                </a:solidFill>
                <a:latin typeface="Consolas"/>
              </a:rPr>
              <a:t>// SsoAuthController 내부 — 기존 JwtUtil 재사용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String accessToken = jwtUtil.generateAccessToken(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    loginId, userId, userName, userType);</a:t>
            </a:r>
          </a:p>
          <a:p/>
          <a:p>
            <a:r>
              <a:rPr sz="1150">
                <a:solidFill>
                  <a:srgbClr val="D4D8E0"/>
                </a:solidFill>
                <a:latin typeface="Consolas"/>
              </a:rPr>
              <a:t>String refreshToken = jwtUtil.generateRefreshToken(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    loginId, userId, userName, userType);</a:t>
            </a:r>
          </a:p>
          <a:p/>
          <a:p>
            <a:r>
              <a:rPr sz="1150">
                <a:solidFill>
                  <a:srgbClr val="D4D8E0"/>
                </a:solidFill>
                <a:latin typeface="Consolas"/>
              </a:rPr>
              <a:t>setRefreshTokenCookie(response, refreshToken);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result.put("access_token", accessToken);</a:t>
            </a:r>
          </a:p>
          <a:p>
            <a:r>
              <a:rPr sz="1150">
                <a:solidFill>
                  <a:srgbClr val="D4D8E0"/>
                </a:solidFill>
                <a:latin typeface="Consolas"/>
              </a:rPr>
              <a:t>result.put("state", "S");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핵심 포인트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· setSession.do 의 "DB 대조 성공 → 토큰 발급" 지점을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  "SSO 검증 성공 → 토큰 발급"으로 그대로 치환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· HttpSession 저장(SessionVO) 로직도 동일하게 유지 가능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  (JwtAuthFilter가 Bearer 토큰으로 매 요청마다 세션을 재주입하므로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   서버 세션 자체는 필수는 아니지만 기존 인터셉터 구조와의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   호환을 위해 유지 권장)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토큰 이원화 (기존과 동일)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Access Token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응답 바디 → 프론트 Pinia 메모리 저장</a:t>
            </a:r>
            <a:br/>
            <a:r>
              <a:rPr sz="1100" b="0">
                <a:solidFill>
                  <a:srgbClr val="FFFFFF"/>
                </a:solidFill>
                <a:latin typeface="Malgun Gothic"/>
              </a:rPr>
              <a:t>Authorization: Bearer &lt;token&gt; 으로 이후 request.do 호출</a:t>
            </a:r>
            <a:br/>
            <a:r>
              <a:rPr sz="1100" b="0">
                <a:solidFill>
                  <a:srgbClr val="FFFFFF"/>
                </a:solidFill>
                <a:latin typeface="Malgun Gothic"/>
              </a:rPr>
              <a:t>만료: 1시간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0040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Refresh Token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HttpOnly 쿠키(erp_refresh_token) 저장</a:t>
            </a:r>
            <a:br/>
            <a:r>
              <a:rPr sz="1100" b="0">
                <a:solidFill>
                  <a:srgbClr val="FFFFFF"/>
                </a:solidFill>
                <a:latin typeface="Malgun Gothic"/>
              </a:rPr>
              <a:t>refreshToken.do 로 재발급 (Rotation, 기존 로직 그대로)</a:t>
            </a:r>
            <a:br/>
            <a:r>
              <a:rPr sz="1100" b="0">
                <a:solidFill>
                  <a:srgbClr val="FFFFFF"/>
                </a:solidFill>
                <a:latin typeface="Malgun Gothic"/>
              </a:rPr>
              <a:t>만료: 7일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1772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→ SSO를 붙여도 토큰 발급·저장·재발급 방식은 전혀 바뀌지 않습니다.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B6370"/>
                </a:solidFill>
                <a:latin typeface="Malgun Gothic"/>
              </a:rPr>
              <a:t>   "누가 최초 신원을 확인하는가"만 SSO IdP로 위임됩니다.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3FA0"/>
                </a:solidFill>
                <a:latin typeface="Malgun Gothic"/>
              </a:rPr>
              <a:t>STEP 8–9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토큰 발급 이후 — request.do CRUD 처리 (전부 재사용)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7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0"/>
                </a:solidFill>
                <a:latin typeface="Malgun Gothic"/>
              </a:rPr>
              <a:t>클라이언트는 access_token 을 받은 시점부터 매 요청에 Authorization 헤더만 붙이면 되고, 서버 쪽은 기존 구조를 100% 그대로 탑니다.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Client</a:t>
            </a:r>
          </a:p>
          <a:p>
            <a:pPr algn="ctr"/>
            <a:r>
              <a:rPr sz="1030" b="0">
                <a:solidFill>
                  <a:srgbClr val="FFFFFF"/>
                </a:solidFill>
                <a:latin typeface="Malgun Gothic"/>
              </a:rPr>
              <a:t>Authorization: Bearer &lt;accessToken&gt; 헤더로</a:t>
            </a:r>
            <a:br/>
            <a:r>
              <a:rPr sz="1030" b="0">
                <a:solidFill>
                  <a:srgbClr val="FFFFFF"/>
                </a:solidFill>
                <a:latin typeface="Malgun Gothic"/>
              </a:rPr>
              <a:t>POST /requestService.do (CUD) 또는 /requestQuery.do (SELECT/CUD)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2624328"/>
            <a:ext cx="0" cy="128016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752344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JwtAuthFilter</a:t>
            </a:r>
          </a:p>
          <a:p>
            <a:pPr algn="ctr"/>
            <a:r>
              <a:rPr sz="1030" b="0">
                <a:solidFill>
                  <a:srgbClr val="FFFFFF"/>
                </a:solidFill>
                <a:latin typeface="Malgun Gothic"/>
              </a:rPr>
              <a:t>토큰 서명·만료 검증 → SessionVO 생성 → HttpSession 저장</a:t>
            </a:r>
            <a:br/>
            <a:r>
              <a:rPr sz="1030" b="0">
                <a:solidFill>
                  <a:srgbClr val="FFFFFF"/>
                </a:solidFill>
                <a:latin typeface="Malgun Gothic"/>
              </a:rPr>
              <a:t>→ SecurityContext 인증 주입 (permitAll 아니어도 통과)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410712"/>
            <a:ext cx="0" cy="128016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538728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TechyuCommonInterceptor</a:t>
            </a:r>
          </a:p>
          <a:p>
            <a:pPr algn="ctr"/>
            <a:r>
              <a:rPr sz="1030" b="0">
                <a:solidFill>
                  <a:srgbClr val="FFFFFF"/>
                </a:solidFill>
                <a:latin typeface="Malgun Gothic"/>
              </a:rPr>
              <a:t>세션의 SessionVO 존재 확인 → 통과 (없으면 401 NO_SESSION)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197096"/>
            <a:ext cx="0" cy="128016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4325112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TechyuCommonController</a:t>
            </a:r>
          </a:p>
          <a:p>
            <a:pPr algn="ctr"/>
            <a:r>
              <a:rPr sz="1030" b="0">
                <a:solidFill>
                  <a:srgbClr val="FFFFFF"/>
                </a:solidFill>
                <a:latin typeface="Malgun Gothic"/>
              </a:rPr>
              <a:t>checkAuth() → QueryPermissionConfig로 queryId별 권한 체크</a:t>
            </a:r>
            <a:br/>
            <a:r>
              <a:rPr sz="1030" b="0">
                <a:solidFill>
                  <a:srgbClr val="FFFFFF"/>
                </a:solidFill>
                <a:latin typeface="Malgun Gothic"/>
              </a:rPr>
              <a:t>→ commonService.requestService/Query 호출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4983480"/>
            <a:ext cx="0" cy="128016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5111496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TechyuCommonDao (MyBatis)</a:t>
            </a:r>
          </a:p>
          <a:p>
            <a:pPr algn="ctr"/>
            <a:r>
              <a:rPr sz="1030" b="0">
                <a:solidFill>
                  <a:srgbClr val="FFFFFF"/>
                </a:solidFill>
                <a:latin typeface="Malgun Gothic"/>
              </a:rPr>
              <a:t>queryId에 ".update"/".delete" 포함 여부로 분기</a:t>
            </a:r>
            <a:br/>
            <a:r>
              <a:rPr sz="1030" b="0">
                <a:solidFill>
                  <a:srgbClr val="FFFFFF"/>
                </a:solidFill>
                <a:latin typeface="Malgun Gothic"/>
              </a:rPr>
              <a:t>→ TB_* 테이블 SELECT/INSERT/UPDATE/DELETE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89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8E3E"/>
                </a:solidFill>
                <a:latin typeface="Malgun Gothic"/>
              </a:rPr>
              <a:t>→ 이 구간은 지금 프로젝트에 이미 구현돼 있는 로직입니다. SSO 도입으로 인한 코드 변경이 없습니다.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3FA0"/>
                </a:solidFill>
                <a:latin typeface="Malgun Gothi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Malgun Gothic"/>
              </a:rPr>
              <a:t>정리 — 변경 범위와 재사용 범위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381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8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6A00"/>
                </a:solidFill>
                <a:latin typeface="Malgun Gothic"/>
              </a:rPr>
              <a:t>🆕 새로 구현해야 할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349240" cy="2743200"/>
          </a:xfrm>
          <a:prstGeom prst="roundRect">
            <a:avLst>
              <a:gd name="adj" fmla="val 8000"/>
            </a:avLst>
          </a:prstGeom>
          <a:solidFill>
            <a:srgbClr val="FC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1. OIDC 클라이언트 설정 (client_id/secret, redirect_uri, scope)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2. SsoAuthController — /sso/callback.do (code → token 교환)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3. id_token 서명 검증 로직 (JWKS 조회·캐싱, iss/aud/exp/nonce)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4. id_token 클레임 ↔ TB_USER 매핑 / 프로비저닝 정책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5. SecurityConfig permitAll()에 콜백 URL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E3E"/>
                </a:solidFill>
                <a:latin typeface="Malgun Gothic"/>
              </a:rPr>
              <a:t>♻ 그대로 재사용되는 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349240" cy="27432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A4A"/>
                </a:solidFill>
                <a:latin typeface="Malgun Gothic"/>
              </a:rPr>
              <a:t>1. JwtUtil — accessToken/refreshToken 발급 로직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A4A"/>
                </a:solidFill>
                <a:latin typeface="Malgun Gothic"/>
              </a:rPr>
              <a:t>2. JwtAuthFilter — Bearer 토큰 검증 및 세션 주입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A4A"/>
                </a:solidFill>
                <a:latin typeface="Malgun Gothic"/>
              </a:rPr>
              <a:t>3. TechyuCommonInterceptor — 세션 기반 인가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A4A"/>
                </a:solidFill>
                <a:latin typeface="Malgun Gothic"/>
              </a:rPr>
              <a:t>4. requestService.do / requestQuery.do — CRUD 게이트웨이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A4A"/>
                </a:solidFill>
                <a:latin typeface="Malgun Gothic"/>
              </a:rPr>
              <a:t>5. refreshToken.do — 토큰 재발급(Rotation)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A4A"/>
                </a:solidFill>
                <a:latin typeface="Malgun Gothic"/>
              </a:rPr>
              <a:t>6. HttpOnly 쿠키 기반 refresh token 저장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설계 원칙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370"/>
                </a:solidFill>
                <a:latin typeface="Malgun Gothic"/>
              </a:rPr>
              <a:t>1.  "신원 확인"만 SSO IdP로 위임하고, 그 이후 발급·인가·CRUD 흐름은 전부 기존 자산 재사용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370"/>
                </a:solidFill>
                <a:latin typeface="Malgun Gothic"/>
              </a:rPr>
              <a:t>2.  setSession.do(ID/PW) 와 SsoAuthController(SSO) 는 서로 다른 진입점이지만 동일한 JwtUtil 출력을 생성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370"/>
                </a:solidFill>
                <a:latin typeface="Malgun Gothic"/>
              </a:rPr>
              <a:t>3.  클라이언트 입장에서는 로그인 수단만 바뀔 뿐, 로그인 이후 request.do 사용법은 변경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