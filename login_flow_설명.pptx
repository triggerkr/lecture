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DB8FF"/>
                </a:solidFill>
                <a:latin typeface="Malgun Gothic"/>
              </a:rPr>
              <a:t>ERP 시스템 · 인증 흐름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Vue3 → Spring Boot 로그인 처리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8"/>
                </a:solidFill>
                <a:latin typeface="Malgun Gothic"/>
              </a:rPr>
              <a:t>클라이언트 요청부터 세션·JWT 발급까지 — 코드 기준 End-to-End 트레이스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9CC2"/>
                </a:solidFill>
                <a:latin typeface="Malgun Gothic"/>
              </a:rPr>
              <a:t>TechyuSessionController.setSession()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7CA0"/>
                </a:solidFill>
                <a:latin typeface="Malgun Gothic"/>
              </a:rPr>
              <a:t>standardSpring3_0807  ·  2026-08-07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전체 아키텍처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Vue3</a:t>
            </a:r>
            <a:br/>
            <a:r>
              <a:rPr sz="1400" b="1">
                <a:solidFill>
                  <a:srgbClr val="FFFFFF"/>
                </a:solidFill>
                <a:latin typeface="Malgun Gothic"/>
              </a:rPr>
              <a:t>Frontend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localhost:8080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5999" y="2034540.0"/>
            <a:ext cx="228601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160020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Spring Security</a:t>
            </a:r>
            <a:br/>
            <a:r>
              <a:rPr sz="1400" b="1">
                <a:solidFill>
                  <a:srgbClr val="FFFFFF"/>
                </a:solidFill>
                <a:latin typeface="Malgun Gothic"/>
              </a:rPr>
              <a:t>Filter Chain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JwtAuthFilter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19" y="2034540.0"/>
            <a:ext cx="228601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17720" y="1600200"/>
            <a:ext cx="1737360" cy="86868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Interceptor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TechyuCommonInterceptor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2034540.0"/>
            <a:ext cx="228600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160020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Controller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TechyuSessionController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58199" y="2034540.0"/>
            <a:ext cx="228601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0" y="160020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Oracle DB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TB_USER / TB_ROLE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이 흐름에서 사용되는 핵심 4요소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2724912" cy="2880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2724912" cy="5029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① 요청 게이트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59352"/>
            <a:ext cx="2450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Malgun Gothic"/>
              </a:rPr>
              <a:t>SecurityConfig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4505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permitAll() 목록에 setSession.do 등록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— 인증 전 요청도 통과 허용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3337560"/>
            <a:ext cx="2724912" cy="2880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64992" y="3337560"/>
            <a:ext cx="2724912" cy="5029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② 인증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3959352"/>
            <a:ext cx="2450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Malgun Gothic"/>
              </a:rPr>
              <a:t>TechyuSessionController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4480560"/>
            <a:ext cx="24505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DB 조회 → SessionVO 생성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→ HttpSession 저장 + JWT 발급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337560"/>
            <a:ext cx="2724912" cy="2880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7064" y="3337560"/>
            <a:ext cx="2724912" cy="50292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③ 데이터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959352"/>
            <a:ext cx="2450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Malgun Gothic"/>
              </a:rPr>
              <a:t>TechyuCommonDao (MyBatis)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480560"/>
            <a:ext cx="24505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system.getLoginUserInfo 쿼리로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TB_USER 대조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3337560"/>
            <a:ext cx="2724912" cy="2880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3337560"/>
            <a:ext cx="2724912" cy="50292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④ 이후 요청 인가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959352"/>
            <a:ext cx="2450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Malgun Gothic"/>
              </a:rPr>
              <a:t>TechyuCommonInterceptor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4480560"/>
            <a:ext cx="24505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세션의 SessionVO 존재 여부로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모든 *.do 요청 인가/차단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로그인 요청 처리 순서 (End-to-End)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3 / 8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444752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41732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클라이언트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399032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Vue3 → POST /setSession.do  { userId, password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" y="1837944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052828"/>
            <a:ext cx="384048" cy="384048"/>
          </a:xfrm>
          <a:prstGeom prst="ellipse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025396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Security 필터 체인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07108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SecurityConfig — permitAll() 대상이라 인증 없이 통과</a:t>
            </a:r>
          </a:p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JwtAuthFilter — Authorization 헤더 없음 → 그대로 다음 필터로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" y="2446020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660904"/>
            <a:ext cx="384048" cy="384048"/>
          </a:xfrm>
          <a:prstGeom prst="ellipse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63347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인터셉터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15184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TechyuCommonInterceptor — PERMIT_URLS 에 setSession.do 포함 → 세션 검증 없이 컨트롤러 도달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" y="3054096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2689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24154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컨트롤러 진입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23260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TechyuSessionController.setSession()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" y="3662172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3877056"/>
            <a:ext cx="384048" cy="3840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849624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DB 인증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831336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TechyuCommonDao.getObject("system.getLoginUserInfo") → TB_USER WHERE LOGIN_ID/PASSWORD/IS_ACTIVE='Y'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" y="4270248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4485132"/>
            <a:ext cx="384048" cy="3840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45770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권한 유효성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39412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ROLE_IDS 존재 확인 → system.countActiveRoles 로 TB_ROLE 활성 여부 재확인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" y="4878324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" y="509320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5065776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세션 저장 + 토큰 발급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047488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SessionVO 생성 → HttpSession 저장  /  JwtUtil 로 access·refresh 토큰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" y="5486400"/>
            <a:ext cx="25400" cy="22402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2920" y="5701284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6738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응답 반환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655564"/>
            <a:ext cx="8321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370"/>
                </a:solidFill>
                <a:latin typeface="Malgun Gothic"/>
              </a:rPr>
              <a:t>access_token → 응답 바디 (Pinia)  /  refresh_token → HttpOnly 쿠키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STEP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요청 게이트: Security Filter → Interceptor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왜 인증 전 요청인데 통과되는가?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250">
                <a:solidFill>
                  <a:srgbClr val="D4D8E0"/>
                </a:solidFill>
                <a:latin typeface="Consolas"/>
              </a:rPr>
              <a:t>// SecurityConfig.java : 54-59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.antMatchers(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  "/setSession.do", "/logout.do",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  "/refreshToken.do", "/login.do", "/config.do", ...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).permitAll()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250">
                <a:solidFill>
                  <a:srgbClr val="D4D8E0"/>
                </a:solidFill>
                <a:latin typeface="Consolas"/>
              </a:rPr>
              <a:t>// TechyuCommonInterceptor.java : 19-21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PERMIT_URLS = ["index.html","setSession.do",</a:t>
            </a:r>
          </a:p>
          <a:p>
            <a:r>
              <a:rPr sz="1250">
                <a:solidFill>
                  <a:srgbClr val="D4D8E0"/>
                </a:solidFill>
                <a:latin typeface="Consolas"/>
              </a:rPr>
              <a:t>  "refreshToken.do","logout.do","config.do","login.do"]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→ 두 관문 모두 setSession.do 를 화이트리스트에 두고 있어,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   로그인 시점(세션이 아직 없는 상태)에도 요청이 컨트롤러까지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   도달할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요청 파이프라인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303520" cy="64008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Client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POST /setSession.do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.0" y="2514599"/>
            <a:ext cx="0.0" cy="201168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2715767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Spring Security</a:t>
            </a:r>
            <a:br/>
            <a:r>
              <a:rPr sz="1300" b="1">
                <a:solidFill>
                  <a:srgbClr val="FFFFFF"/>
                </a:solidFill>
                <a:latin typeface="Malgun Gothic"/>
              </a:rPr>
              <a:t>Filter Chain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permitAll() 매치 → PASS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(JwtAuthFilter: 헤더 없음, 통과)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.0" y="3584447"/>
            <a:ext cx="0.0" cy="201168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3785615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HandlerInterceptor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PERMIT_URLS 매치 → PASS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(세션 검증 스킵)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0.0" y="4654295"/>
            <a:ext cx="0.0" cy="201168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4855463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DispatcherServlet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TechyuSessionController#setSession 매핑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STEP 4–6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인증 로직: DB 대조 + 권한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TechyuSessionController.setSession()  —  src/main/java/techyu/com/common/controller/TechyuSessionController.java : 41-105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200">
                <a:solidFill>
                  <a:srgbClr val="D4D8E0"/>
                </a:solidFill>
                <a:latin typeface="Consolas"/>
              </a:rPr>
              <a:t>Map userInfo = commonDao.getObject(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    "system.getLoginUserInfo", map);</a:t>
            </a:r>
          </a:p>
          <a:p/>
          <a:p>
            <a:r>
              <a:rPr sz="1200">
                <a:solidFill>
                  <a:srgbClr val="D4D8E0"/>
                </a:solidFill>
                <a:latin typeface="Consolas"/>
              </a:rPr>
              <a:t>// sql-system.xml : 9-25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SELECT USER_ID, LOGIN_ID, USER_NAME, EMAIL,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       DEPT_ID, ROLE_IDS, IS_ACTIVE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FROM TB_USER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WHERE LOGIN_ID = #{userId}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  AND LOGIN_PASSWORD = #{password}</a:t>
            </a:r>
          </a:p>
          <a:p>
            <a:r>
              <a:rPr sz="1200">
                <a:solidFill>
                  <a:srgbClr val="D4D8E0"/>
                </a:solidFill>
                <a:latin typeface="Consolas"/>
              </a:rPr>
              <a:t>  AND IS_ACTIVE = 'Y'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50">
                <a:solidFill>
                  <a:srgbClr val="D4D8E0"/>
                </a:solidFill>
                <a:latin typeface="Consolas"/>
              </a:rPr>
              <a:t>if (roleIds is empty) → return { state: 'E', REASON: 'ROLE_INACTIVE' }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// system.countActiveRoles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SELECT COUNT(*) FROM TB_ROLE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WHERE IS_ACTIVE='Y' AND INSTR(','||roleIds||',', ','||ROLE_ID||',')&gt;0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if (activeRoleCount == 0) → return { state: 'E', REASON: 'ROLE_INACTIVE'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이번 실행 결과 (admin / 1234)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5303520" cy="2688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5303520" cy="3840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01951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USER_ID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01951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USR-001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5999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LOGIN_ID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5999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42615"/>
            <a:ext cx="5303520" cy="3840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70047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USER_NAME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70047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관리자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54095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54095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admin@erp.com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10711"/>
            <a:ext cx="5303520" cy="3840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438143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DEPT_ID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438143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DEP_DEV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22191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ROLE_IDS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822191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ROLE_SUPER_ADMIN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78807"/>
            <a:ext cx="5303520" cy="3840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39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5B6370"/>
                </a:solidFill>
                <a:latin typeface="Malgun Gothic"/>
              </a:rPr>
              <a:t>IS_ACTIVE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06239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0242B"/>
                </a:solidFill>
                <a:latin typeface="Malgun Gothic"/>
              </a:rPr>
              <a:t>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91455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ROLE_SUPER_ADMIN — 활성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5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→ countActiveRoles = 1  → 검증 통과, 다음 단계(세션 저장·토큰 발급)로 진행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STEP 7–8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세션 저장 + JWT 발급 + 응답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50">
                <a:solidFill>
                  <a:srgbClr val="D4D8E0"/>
                </a:solidFill>
                <a:latin typeface="Consolas"/>
              </a:rPr>
              <a:t>SessionVO sessionVO = new SessionVO();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sessionVO.setLoginId(loginId);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sessionVO.setUserId(userId);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sessionVO.setUserNm(userName);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sessionVO.setUserType("ADMIN");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session.setAttribute(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    TechyuConstants.SESSION_ID, sessionVO);  // HttpSession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commonDao.update("system.updateLoginDate", map);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1188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50">
                <a:solidFill>
                  <a:srgbClr val="D4D8E0"/>
                </a:solidFill>
                <a:latin typeface="Consolas"/>
              </a:rPr>
              <a:t>String accessToken = jwtUtil.generateAccessToken(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    loginId, userId, userName, "ADMIN");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userInfo.put("access_token", accessToken);   // 응답 바디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String refreshToken = jwtUtil.generateRefreshToken(...);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setRefreshTokenCookie(response, refreshToken);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// Set-Cookie: erp_refresh_token=...; HttpOnly; SameSite=Strict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userInfo.put("state", "S");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return userInfo;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토큰 이원화 전략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Access Token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응답 바디(JSON) → 프론트 Pinia 메모리 저장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Authorization: Bearer &lt;token&gt; 형태로 이후 요청에 사용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만료: 1시간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Refresh Token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HttpOnly 쿠키(erp_refresh_token)로 저장 — JS 접근 불가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refreshToken.do 로 access_token 재발급(Rotation 적용)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만료: 7일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설계 의도: Access Token은 메모리에만 둬서 XSS로부터 보호,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Refresh Token은 HttpOnly 쿠키로 감춰 JS 탈취를 방지.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→ 두 토큰을 분리 저장하는 전형적인 SPA JWT 보안 패턴.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AFTER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로그인 이후 — 메뉴/권한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로그인 성공 직후, 같은 JSESSIONID로 유지되는 세션을 이용해 프론트가 메뉴·권한 데이터를 이어서 요청합니다.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POST /requestQuery.do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>queryId: system.getTYMenuList / system.getUserMenuPermission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788920"/>
            <a:ext cx="0" cy="164592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953512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TechyuCommonController.requestQuery()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>checkAuth() — 세션의 SessionVO 존재 확인 → 통과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730752"/>
            <a:ext cx="0" cy="164592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895344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TechyuCommonDao → MyBatis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>TB_MENU (계층형, CONNECT BY) + TB_ROLE_MENU_AUTH JOIN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672584"/>
            <a:ext cx="0" cy="164592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837176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응답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Malgun Gothic"/>
              </a:rPr>
              <a:t>ROLE_SUPER_ADMIN → 전 메뉴 CREATE/READ/UPDATE/DELETE/EXCEL =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핵심: setSession.do 에서 저장한 HttpSession이 이후 모든 *.do 요청의 인가 기준이 되며,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TechyuCommonInterceptor가 매 요청마다 이 세션 존재 여부를 검사합니다.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정리 — 실제 사용 경로 vs 죽은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E3E"/>
                </a:solidFill>
                <a:latin typeface="Malgun Gothic"/>
              </a:rPr>
              <a:t>✔ 실제 로그인 경로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TechyuSessionController.setSession()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DB(TB_USER) 기반 커스텀 인증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+ HttpSession 저장 (SessionVO)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+ JWT 발급 (access/refresh)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→ 지금 이 컨트롤러로 로그인 완료됨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221F"/>
                </a:solidFill>
                <a:latin typeface="Malgun Gothic"/>
              </a:rPr>
              <a:t>✘ 사용되지 않는 코드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TechyuCommonController.login()  (/login.do)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내부 로직 전부 주석 처리 → return null;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프론트가 이 엔드포인트를 호출하지 않아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문제가 드러나지 않았음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Spring Security formLogin()의 /login 폼도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실제 흐름과 무관한 잔존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핵심 컴포넌트 5줄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370"/>
                </a:solidFill>
                <a:latin typeface="Malgun Gothic"/>
              </a:rPr>
              <a:t>1.  SecurityConfig — setSession.do 를 permitAll() 처리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370"/>
                </a:solidFill>
                <a:latin typeface="Malgun Gothic"/>
              </a:rPr>
              <a:t>2.  TechyuCommonInterceptor — setSession.do 는 세션 검증 스킵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370"/>
                </a:solidFill>
                <a:latin typeface="Malgun Gothic"/>
              </a:rPr>
              <a:t>3.  TechyuSessionController.setSession() — DB 대조 + Role 검증 + 세션·토큰 생성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370"/>
                </a:solidFill>
                <a:latin typeface="Malgun Gothic"/>
              </a:rPr>
              <a:t>4.  JwtUtil — access(1h) / refresh(7d) 토큰 분리 발급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370"/>
                </a:solidFill>
                <a:latin typeface="Malgun Gothic"/>
              </a:rPr>
              <a:t>5.  이후 모든 *.do 요청은 저장된 HttpSession(SessionVO)으로 인가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