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33" autoAdjust="0"/>
    <p:restoredTop sz="94660"/>
  </p:normalViewPr>
  <p:slideViewPr>
    <p:cSldViewPr snapToGrid="0" showGuides="1">
      <p:cViewPr varScale="1">
        <p:scale>
          <a:sx n="130" d="100"/>
          <a:sy n="130" d="100"/>
        </p:scale>
        <p:origin x="246" y="13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75B213A-0027-4134-B945-1957ED52F2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68BB946-4904-4107-91A3-C8DBFA38BB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76B9630-EE98-40FA-97C4-2FC10D80D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E0D5A0D-8F56-4B6D-B835-B572CB3DA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52CACB-F1F5-4E0F-B48E-82484A66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5880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B0476-BF09-480F-9806-AD2CEEE8DD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34922B4-4AA2-4AC6-A687-3D5B6D0F52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0056ED6-8023-4474-888B-C72F7052A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DD7AAB4-802F-42F3-876C-7A98D052E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08A421-74DD-42BD-BD20-3B595DAA5E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266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1F4757-2815-4379-9FC4-4D3BF3284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677C046-54B0-44AE-94B8-27BA0CA4DE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F8DEA00-D800-492C-B23D-003A55DE7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C7C08A4-DBC1-436F-9EAD-1470B0F01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2B94B2-B678-465E-AF90-7BB1D3619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489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6977F8-99CE-451F-AAA0-B305DBCE7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4EEE9D-53A3-45EF-AEBE-9E00010393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8F85C30-90A4-4EEE-B89E-D540CB5F3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3C30F4E-A73E-44F0-B832-982749F155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4790DA9-69BC-4926-A444-B07747FA1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23806E7-2244-4BA9-A668-54845FC5A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998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3F7200-F9D4-4AB8-AE3A-62129AB68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1C5B6E9-6B8D-4457-9EB2-F78FFFCEE2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C2E71EE-3D63-44B5-A362-027FF1BC75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B13EB72-8245-4F6B-838A-558BFE9468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3CD2102-3FF8-44E3-897A-26D2A4B4CF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D3724A2-8CAA-4EB7-8167-41D4120D10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BCA365B-2A2E-40C0-B9A4-D39473A402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3D843113-6625-4C3E-99D9-40B57EFE3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83169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D7B404-88B7-4734-A75C-B8DC5EE26F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26514C3-CC03-41FD-B6E3-53EA59372B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B5B71B1-4992-41D8-823C-C866662D58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E94925-857F-4377-80D1-E9D08FA67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507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4750DC3-80A8-4DA0-8A85-08CB756964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01EA376E-7387-45B9-919A-7566D3370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C544C1-91B4-4A4D-97EA-6042BB98B0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2816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FFA695-E640-4B8A-B7F2-9B6D0BB78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CE63E75-385B-4EAA-9909-B3DE4B6F8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66E780E-B7F2-4BD3-84D4-08DA2C2FC5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0055A8D-53F6-4D03-B7AD-167D27DC6E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7020827-B007-489A-AC88-7539979467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F052EA7-93F1-4157-8DD8-0FDA2E1B0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5951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31FD3-2100-4EF3-84A7-2A0596EA6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E219F1D-6904-4A2A-BBF0-9142EF7D977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EFE9359-E2A5-417E-B84A-B2626B7DBC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02A4251-D597-42CC-B9FB-885B75758C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EAF629-1C4C-4B3C-84BA-0CF1955BFE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E6A6E1C-8701-4A19-9344-887B954335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8512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0F54D3-A1FF-4A21-A04D-2043BC897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010470F-5D23-4E0B-8CA4-E8E80DFB0D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B90FC45-D151-4901-86E6-F607D9E48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8CEBE65-7489-4CAA-9B51-9FBD5AEB7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DB50E9-9389-49CF-935F-F5130F3D5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6674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26A0C4A8-215F-400D-B9D8-0CB1A91B27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AC5DB3D-C1E7-42D6-8529-8B750D8A90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E245D03-1EA7-4759-8559-015B4C0CDD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731EC75-5A78-4C3D-B430-F766163C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1D89858-12B5-4F23-B315-F0FDF7551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4331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A71D239-995E-4B65-8AD0-11EC2703D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741C676-0D01-408D-B206-F5CD8BE8A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E651EE3-045C-4AD2-9E44-1865A6FA23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FAD6F0-F829-449C-B5FA-97DA06B75D8E}" type="datetimeFigureOut">
              <a:rPr lang="ko-KR" altLang="en-US" smtClean="0"/>
              <a:t>2026-06-14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0697C7B-7254-4ABF-9A41-C7874C188B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1BEC17B-FB9A-47B8-9022-69DA4BFC5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18E591-642F-48C6-9549-ED516EE4FF6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4701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>
            <a:extLst>
              <a:ext uri="{FF2B5EF4-FFF2-40B4-BE49-F238E27FC236}">
                <a16:creationId xmlns:a16="http://schemas.microsoft.com/office/drawing/2014/main" id="{EA1B0FCA-6C04-4102-BAAB-1DFEF9E4DD1C}"/>
              </a:ext>
            </a:extLst>
          </p:cNvPr>
          <p:cNvSpPr/>
          <p:nvPr/>
        </p:nvSpPr>
        <p:spPr>
          <a:xfrm>
            <a:off x="4122516" y="2024262"/>
            <a:ext cx="1900773" cy="28415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39E76A-65EF-4A3B-8B5F-48C3F8EAA31C}"/>
              </a:ext>
            </a:extLst>
          </p:cNvPr>
          <p:cNvSpPr txBox="1"/>
          <p:nvPr/>
        </p:nvSpPr>
        <p:spPr>
          <a:xfrm>
            <a:off x="4203836" y="2135961"/>
            <a:ext cx="1331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text</a:t>
            </a:r>
            <a:endParaRPr lang="ko-KR" altLang="en-US" dirty="0"/>
          </a:p>
        </p:txBody>
      </p:sp>
      <p:cxnSp>
        <p:nvCxnSpPr>
          <p:cNvPr id="14" name="연결선: 꺾임 13">
            <a:extLst>
              <a:ext uri="{FF2B5EF4-FFF2-40B4-BE49-F238E27FC236}">
                <a16:creationId xmlns:a16="http://schemas.microsoft.com/office/drawing/2014/main" id="{9139789A-16BC-4CE6-BCEB-41A9C1D85A63}"/>
              </a:ext>
            </a:extLst>
          </p:cNvPr>
          <p:cNvCxnSpPr>
            <a:cxnSpLocks/>
            <a:stCxn id="12" idx="1"/>
          </p:cNvCxnSpPr>
          <p:nvPr/>
        </p:nvCxnSpPr>
        <p:spPr>
          <a:xfrm rot="10800000" flipV="1">
            <a:off x="1642342" y="3445028"/>
            <a:ext cx="2480174" cy="2091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0B0212A5-887D-4DBC-AF5F-73F72E490AC6}"/>
              </a:ext>
            </a:extLst>
          </p:cNvPr>
          <p:cNvSpPr/>
          <p:nvPr/>
        </p:nvSpPr>
        <p:spPr>
          <a:xfrm>
            <a:off x="9206623" y="4023265"/>
            <a:ext cx="1900773" cy="2841531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VUE3</a:t>
            </a:r>
            <a:endParaRPr lang="ko-KR" altLang="en-US" dirty="0"/>
          </a:p>
        </p:txBody>
      </p:sp>
      <p:cxnSp>
        <p:nvCxnSpPr>
          <p:cNvPr id="24" name="연결선: 꺾임 23">
            <a:extLst>
              <a:ext uri="{FF2B5EF4-FFF2-40B4-BE49-F238E27FC236}">
                <a16:creationId xmlns:a16="http://schemas.microsoft.com/office/drawing/2014/main" id="{A700EA35-695C-4828-92E4-933C14F362EE}"/>
              </a:ext>
            </a:extLst>
          </p:cNvPr>
          <p:cNvCxnSpPr>
            <a:cxnSpLocks/>
            <a:stCxn id="12" idx="3"/>
            <a:endCxn id="23" idx="0"/>
          </p:cNvCxnSpPr>
          <p:nvPr/>
        </p:nvCxnSpPr>
        <p:spPr>
          <a:xfrm>
            <a:off x="6023289" y="3445028"/>
            <a:ext cx="4133721" cy="578237"/>
          </a:xfrm>
          <a:prstGeom prst="bentConnector2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F644EA92-C570-46E8-B914-DC57BA997FED}"/>
              </a:ext>
            </a:extLst>
          </p:cNvPr>
          <p:cNvSpPr txBox="1"/>
          <p:nvPr/>
        </p:nvSpPr>
        <p:spPr>
          <a:xfrm>
            <a:off x="9206623" y="4195706"/>
            <a:ext cx="149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ko-KR" dirty="0"/>
          </a:p>
        </p:txBody>
      </p:sp>
      <p:sp>
        <p:nvSpPr>
          <p:cNvPr id="31" name="순서도: 자기 디스크 30">
            <a:extLst>
              <a:ext uri="{FF2B5EF4-FFF2-40B4-BE49-F238E27FC236}">
                <a16:creationId xmlns:a16="http://schemas.microsoft.com/office/drawing/2014/main" id="{333ACFEE-BC75-4988-9CEE-E296E1417072}"/>
              </a:ext>
            </a:extLst>
          </p:cNvPr>
          <p:cNvSpPr/>
          <p:nvPr/>
        </p:nvSpPr>
        <p:spPr>
          <a:xfrm>
            <a:off x="9315030" y="6089162"/>
            <a:ext cx="1193074" cy="52904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94BF66B-06D9-4E69-B828-E0CB63ED4133}"/>
              </a:ext>
            </a:extLst>
          </p:cNvPr>
          <p:cNvSpPr txBox="1"/>
          <p:nvPr/>
        </p:nvSpPr>
        <p:spPr>
          <a:xfrm>
            <a:off x="4203836" y="4023265"/>
            <a:ext cx="1190285" cy="36933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ko-KR" dirty="0" err="1">
                <a:highlight>
                  <a:srgbClr val="808080"/>
                </a:highlight>
              </a:rPr>
              <a:t>lalala</a:t>
            </a:r>
            <a:endParaRPr lang="ko-KR" altLang="en-US" dirty="0">
              <a:highlight>
                <a:srgbClr val="808080"/>
              </a:highlight>
            </a:endParaRPr>
          </a:p>
        </p:txBody>
      </p: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C87CF769-2F43-44B7-AAD7-8B3397E92C3D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4780345" y="4392597"/>
            <a:ext cx="18634" cy="9243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F88CC84E-8928-4F1D-8BDD-6CF6A88298DC}"/>
              </a:ext>
            </a:extLst>
          </p:cNvPr>
          <p:cNvSpPr/>
          <p:nvPr/>
        </p:nvSpPr>
        <p:spPr>
          <a:xfrm>
            <a:off x="3840104" y="5338758"/>
            <a:ext cx="1900773" cy="12759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C0DD588-FC4E-4E3D-93B0-BA28E93357D5}"/>
              </a:ext>
            </a:extLst>
          </p:cNvPr>
          <p:cNvSpPr txBox="1"/>
          <p:nvPr/>
        </p:nvSpPr>
        <p:spPr>
          <a:xfrm>
            <a:off x="326129" y="3392021"/>
            <a:ext cx="11025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Ber</a:t>
            </a:r>
            <a:endParaRPr lang="ko-KR" altLang="en-US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EAB33A9-2790-4B36-8DA3-30AC618AC6E0}"/>
              </a:ext>
            </a:extLst>
          </p:cNvPr>
          <p:cNvSpPr/>
          <p:nvPr/>
        </p:nvSpPr>
        <p:spPr>
          <a:xfrm>
            <a:off x="6308200" y="256156"/>
            <a:ext cx="870155" cy="589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4" name="직선 화살표 연결선 43">
            <a:extLst>
              <a:ext uri="{FF2B5EF4-FFF2-40B4-BE49-F238E27FC236}">
                <a16:creationId xmlns:a16="http://schemas.microsoft.com/office/drawing/2014/main" id="{659519A7-D234-491F-A105-FE5E89490137}"/>
              </a:ext>
            </a:extLst>
          </p:cNvPr>
          <p:cNvCxnSpPr/>
          <p:nvPr/>
        </p:nvCxnSpPr>
        <p:spPr>
          <a:xfrm>
            <a:off x="7362710" y="551124"/>
            <a:ext cx="1039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B46D2033-65E7-45B0-B3D0-F218D2EFA58A}"/>
              </a:ext>
            </a:extLst>
          </p:cNvPr>
          <p:cNvSpPr/>
          <p:nvPr/>
        </p:nvSpPr>
        <p:spPr>
          <a:xfrm>
            <a:off x="8586826" y="256155"/>
            <a:ext cx="1224116" cy="5899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D6C75187-8335-40BB-8854-747EDA27DE32}"/>
              </a:ext>
            </a:extLst>
          </p:cNvPr>
          <p:cNvCxnSpPr/>
          <p:nvPr/>
        </p:nvCxnSpPr>
        <p:spPr>
          <a:xfrm>
            <a:off x="9933846" y="548666"/>
            <a:ext cx="10397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E5484942-D38B-424D-A748-E2C8FA7BD3D7}"/>
              </a:ext>
            </a:extLst>
          </p:cNvPr>
          <p:cNvSpPr txBox="1"/>
          <p:nvPr/>
        </p:nvSpPr>
        <p:spPr>
          <a:xfrm>
            <a:off x="9933846" y="266213"/>
            <a:ext cx="1039761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900" dirty="0"/>
              <a:t>일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D68FC957-0B3A-4C7A-8410-D1BD7CFDD4BA}"/>
              </a:ext>
            </a:extLst>
          </p:cNvPr>
          <p:cNvSpPr/>
          <p:nvPr/>
        </p:nvSpPr>
        <p:spPr>
          <a:xfrm>
            <a:off x="6138594" y="34790"/>
            <a:ext cx="6022259" cy="136972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순서도: 자기 디스크 50">
            <a:extLst>
              <a:ext uri="{FF2B5EF4-FFF2-40B4-BE49-F238E27FC236}">
                <a16:creationId xmlns:a16="http://schemas.microsoft.com/office/drawing/2014/main" id="{70DE9944-50AE-4F57-A27A-F0D9FC5A2C9B}"/>
              </a:ext>
            </a:extLst>
          </p:cNvPr>
          <p:cNvSpPr/>
          <p:nvPr/>
        </p:nvSpPr>
        <p:spPr>
          <a:xfrm>
            <a:off x="10911245" y="676056"/>
            <a:ext cx="1193074" cy="52904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67" name="연결선: 꺾임 66">
            <a:extLst>
              <a:ext uri="{FF2B5EF4-FFF2-40B4-BE49-F238E27FC236}">
                <a16:creationId xmlns:a16="http://schemas.microsoft.com/office/drawing/2014/main" id="{26427483-BBCF-4C2C-AEA8-16675289869B}"/>
              </a:ext>
            </a:extLst>
          </p:cNvPr>
          <p:cNvCxnSpPr>
            <a:cxnSpLocks/>
            <a:stCxn id="50" idx="1"/>
            <a:endCxn id="76" idx="3"/>
          </p:cNvCxnSpPr>
          <p:nvPr/>
        </p:nvCxnSpPr>
        <p:spPr>
          <a:xfrm rot="10800000" flipV="1">
            <a:off x="5118494" y="719654"/>
            <a:ext cx="1020100" cy="2555458"/>
          </a:xfrm>
          <a:prstGeom prst="bentConnector3">
            <a:avLst>
              <a:gd name="adj1" fmla="val 50000"/>
            </a:avLst>
          </a:prstGeom>
          <a:ln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extBox 71">
            <a:extLst>
              <a:ext uri="{FF2B5EF4-FFF2-40B4-BE49-F238E27FC236}">
                <a16:creationId xmlns:a16="http://schemas.microsoft.com/office/drawing/2014/main" id="{ED8163BA-3028-4541-AF13-461DFA64A1D5}"/>
              </a:ext>
            </a:extLst>
          </p:cNvPr>
          <p:cNvSpPr txBox="1"/>
          <p:nvPr/>
        </p:nvSpPr>
        <p:spPr>
          <a:xfrm>
            <a:off x="5055627" y="420596"/>
            <a:ext cx="8905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err="1"/>
              <a:t>i</a:t>
            </a:r>
            <a:endParaRPr lang="ko-KR" altLang="en-US" sz="12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844B61FE-D64F-42CB-AD2A-5FEC303F83A1}"/>
              </a:ext>
            </a:extLst>
          </p:cNvPr>
          <p:cNvSpPr txBox="1"/>
          <p:nvPr/>
        </p:nvSpPr>
        <p:spPr>
          <a:xfrm>
            <a:off x="192946" y="117446"/>
            <a:ext cx="33732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>
                <a:solidFill>
                  <a:schemeClr val="accent2">
                    <a:lumMod val="75000"/>
                  </a:schemeClr>
                </a:solidFill>
              </a:rPr>
              <a:t>x</a:t>
            </a:r>
            <a:endParaRPr lang="ko-KR" altLang="en-US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0C4ACB58-9C8A-42CF-B786-B82EB3C64FA6}"/>
              </a:ext>
            </a:extLst>
          </p:cNvPr>
          <p:cNvSpPr/>
          <p:nvPr/>
        </p:nvSpPr>
        <p:spPr>
          <a:xfrm>
            <a:off x="327464" y="3738493"/>
            <a:ext cx="2649712" cy="2254893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Browser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5AC5F9D-BE7F-4FF4-977A-80A18CD53971}"/>
              </a:ext>
            </a:extLst>
          </p:cNvPr>
          <p:cNvSpPr/>
          <p:nvPr/>
        </p:nvSpPr>
        <p:spPr>
          <a:xfrm>
            <a:off x="883839" y="3947851"/>
            <a:ext cx="2093337" cy="204553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60F04837-FB8B-4C25-B5AF-3FC38F6FAA00}"/>
              </a:ext>
            </a:extLst>
          </p:cNvPr>
          <p:cNvSpPr/>
          <p:nvPr/>
        </p:nvSpPr>
        <p:spPr>
          <a:xfrm>
            <a:off x="331375" y="3738492"/>
            <a:ext cx="552464" cy="225489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7999915-774F-4F94-9D77-CD14B275A1CE}"/>
              </a:ext>
            </a:extLst>
          </p:cNvPr>
          <p:cNvSpPr txBox="1"/>
          <p:nvPr/>
        </p:nvSpPr>
        <p:spPr>
          <a:xfrm>
            <a:off x="4126546" y="3121223"/>
            <a:ext cx="99194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ab</a:t>
            </a:r>
            <a:endParaRPr lang="ko-KR" altLang="en-US" sz="1400" dirty="0"/>
          </a:p>
        </p:txBody>
      </p:sp>
      <p:sp>
        <p:nvSpPr>
          <p:cNvPr id="80" name="타원 79">
            <a:extLst>
              <a:ext uri="{FF2B5EF4-FFF2-40B4-BE49-F238E27FC236}">
                <a16:creationId xmlns:a16="http://schemas.microsoft.com/office/drawing/2014/main" id="{DA867C2F-4288-4B0D-8B20-6C26473783EA}"/>
              </a:ext>
            </a:extLst>
          </p:cNvPr>
          <p:cNvSpPr/>
          <p:nvPr/>
        </p:nvSpPr>
        <p:spPr>
          <a:xfrm>
            <a:off x="2854296" y="3789768"/>
            <a:ext cx="85458" cy="1250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195D6F4B-B637-400A-BAE5-F0CCD8A09FE4}"/>
              </a:ext>
            </a:extLst>
          </p:cNvPr>
          <p:cNvSpPr/>
          <p:nvPr/>
        </p:nvSpPr>
        <p:spPr>
          <a:xfrm>
            <a:off x="393107" y="4298535"/>
            <a:ext cx="37542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F1B7BFA8-75E6-47EC-91C3-881E50C4C06A}"/>
              </a:ext>
            </a:extLst>
          </p:cNvPr>
          <p:cNvSpPr/>
          <p:nvPr/>
        </p:nvSpPr>
        <p:spPr>
          <a:xfrm>
            <a:off x="393503" y="4392516"/>
            <a:ext cx="37542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AEA4B1D-53AD-4D12-8447-69352DD9DE8F}"/>
              </a:ext>
            </a:extLst>
          </p:cNvPr>
          <p:cNvSpPr/>
          <p:nvPr/>
        </p:nvSpPr>
        <p:spPr>
          <a:xfrm>
            <a:off x="390279" y="4485119"/>
            <a:ext cx="37542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직사각형 83">
            <a:extLst>
              <a:ext uri="{FF2B5EF4-FFF2-40B4-BE49-F238E27FC236}">
                <a16:creationId xmlns:a16="http://schemas.microsoft.com/office/drawing/2014/main" id="{E275B199-AD86-4BF9-BF40-E7AF5B03C964}"/>
              </a:ext>
            </a:extLst>
          </p:cNvPr>
          <p:cNvSpPr/>
          <p:nvPr/>
        </p:nvSpPr>
        <p:spPr>
          <a:xfrm>
            <a:off x="389607" y="4579055"/>
            <a:ext cx="37542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F4BD51E8-47EE-4C1C-B5D4-437BBC3870FF}"/>
              </a:ext>
            </a:extLst>
          </p:cNvPr>
          <p:cNvSpPr/>
          <p:nvPr/>
        </p:nvSpPr>
        <p:spPr>
          <a:xfrm>
            <a:off x="389607" y="5254604"/>
            <a:ext cx="375426" cy="4571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65C1CF99-EB56-4D84-BAA4-877A79491C70}"/>
              </a:ext>
            </a:extLst>
          </p:cNvPr>
          <p:cNvSpPr txBox="1"/>
          <p:nvPr/>
        </p:nvSpPr>
        <p:spPr>
          <a:xfrm>
            <a:off x="9274991" y="5602492"/>
            <a:ext cx="1794025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endParaRPr lang="ko-KR" altLang="en-US" sz="1400" dirty="0">
              <a:highlight>
                <a:srgbClr val="808080"/>
              </a:highlight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C7FA0418-714C-4422-BF6A-92FCB96598A6}"/>
              </a:ext>
            </a:extLst>
          </p:cNvPr>
          <p:cNvSpPr txBox="1"/>
          <p:nvPr/>
        </p:nvSpPr>
        <p:spPr>
          <a:xfrm>
            <a:off x="192946" y="548666"/>
            <a:ext cx="463274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1)</a:t>
            </a:r>
          </a:p>
          <a:p>
            <a:r>
              <a:rPr lang="en-US" altLang="ko-KR" sz="1200" dirty="0"/>
              <a:t>2)</a:t>
            </a:r>
          </a:p>
          <a:p>
            <a:r>
              <a:rPr lang="en-US" altLang="ko-KR" sz="1200" dirty="0"/>
              <a:t>3)</a:t>
            </a:r>
          </a:p>
          <a:p>
            <a:r>
              <a:rPr lang="en-US" altLang="ko-KR" sz="1200" dirty="0"/>
              <a:t>4)</a:t>
            </a:r>
            <a:endParaRPr lang="ko-KR" altLang="en-US" sz="1200" dirty="0"/>
          </a:p>
        </p:txBody>
      </p:sp>
      <p:sp>
        <p:nvSpPr>
          <p:cNvPr id="90" name="순서도: 자기 디스크 89">
            <a:extLst>
              <a:ext uri="{FF2B5EF4-FFF2-40B4-BE49-F238E27FC236}">
                <a16:creationId xmlns:a16="http://schemas.microsoft.com/office/drawing/2014/main" id="{D88F323F-6DF6-448B-97CC-405C1C75E8FD}"/>
              </a:ext>
            </a:extLst>
          </p:cNvPr>
          <p:cNvSpPr/>
          <p:nvPr/>
        </p:nvSpPr>
        <p:spPr>
          <a:xfrm>
            <a:off x="10360249" y="2344515"/>
            <a:ext cx="1367245" cy="52904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B1D7908-4375-48AA-A214-BA43CBDDB86C}"/>
              </a:ext>
            </a:extLst>
          </p:cNvPr>
          <p:cNvSpPr/>
          <p:nvPr/>
        </p:nvSpPr>
        <p:spPr>
          <a:xfrm>
            <a:off x="6449919" y="2019649"/>
            <a:ext cx="1900773" cy="284153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55A4DB8-A594-4C52-A955-DE6B1C2B0123}"/>
              </a:ext>
            </a:extLst>
          </p:cNvPr>
          <p:cNvSpPr txBox="1"/>
          <p:nvPr/>
        </p:nvSpPr>
        <p:spPr>
          <a:xfrm>
            <a:off x="6576349" y="2165543"/>
            <a:ext cx="14912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St</a:t>
            </a:r>
            <a:endParaRPr lang="ko-KR" altLang="en-US" dirty="0"/>
          </a:p>
        </p:txBody>
      </p:sp>
      <p:cxnSp>
        <p:nvCxnSpPr>
          <p:cNvPr id="56" name="연결선: 꺾임 55">
            <a:extLst>
              <a:ext uri="{FF2B5EF4-FFF2-40B4-BE49-F238E27FC236}">
                <a16:creationId xmlns:a16="http://schemas.microsoft.com/office/drawing/2014/main" id="{C74B8463-6DE4-4F08-9649-E34C2E60037A}"/>
              </a:ext>
            </a:extLst>
          </p:cNvPr>
          <p:cNvCxnSpPr>
            <a:cxnSpLocks/>
            <a:endCxn id="45" idx="1"/>
          </p:cNvCxnSpPr>
          <p:nvPr/>
        </p:nvCxnSpPr>
        <p:spPr>
          <a:xfrm flipV="1">
            <a:off x="6023289" y="3440415"/>
            <a:ext cx="426630" cy="4613"/>
          </a:xfrm>
          <a:prstGeom prst="bentConnector3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A1DBF0D5-384E-4977-B274-DF481606B22F}"/>
              </a:ext>
            </a:extLst>
          </p:cNvPr>
          <p:cNvSpPr/>
          <p:nvPr/>
        </p:nvSpPr>
        <p:spPr>
          <a:xfrm>
            <a:off x="6576054" y="2862478"/>
            <a:ext cx="49244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200" dirty="0">
                <a:latin typeface="Arial Unicode MS"/>
              </a:rPr>
              <a:t>AAA</a:t>
            </a:r>
          </a:p>
        </p:txBody>
      </p:sp>
      <p:sp>
        <p:nvSpPr>
          <p:cNvPr id="58" name="순서도: 자기 디스크 57">
            <a:extLst>
              <a:ext uri="{FF2B5EF4-FFF2-40B4-BE49-F238E27FC236}">
                <a16:creationId xmlns:a16="http://schemas.microsoft.com/office/drawing/2014/main" id="{5A7C6957-7765-433D-86EF-000F1DE90915}"/>
              </a:ext>
            </a:extLst>
          </p:cNvPr>
          <p:cNvSpPr/>
          <p:nvPr/>
        </p:nvSpPr>
        <p:spPr>
          <a:xfrm>
            <a:off x="6689516" y="6089162"/>
            <a:ext cx="1193074" cy="529046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00" dirty="0"/>
          </a:p>
        </p:txBody>
      </p:sp>
      <p:cxnSp>
        <p:nvCxnSpPr>
          <p:cNvPr id="59" name="연결선: 꺾임 58">
            <a:extLst>
              <a:ext uri="{FF2B5EF4-FFF2-40B4-BE49-F238E27FC236}">
                <a16:creationId xmlns:a16="http://schemas.microsoft.com/office/drawing/2014/main" id="{F84904A8-B634-4CA2-8673-83D830EFA54C}"/>
              </a:ext>
            </a:extLst>
          </p:cNvPr>
          <p:cNvCxnSpPr>
            <a:cxnSpLocks/>
            <a:endCxn id="58" idx="1"/>
          </p:cNvCxnSpPr>
          <p:nvPr/>
        </p:nvCxnSpPr>
        <p:spPr>
          <a:xfrm rot="5400000">
            <a:off x="6686426" y="5460808"/>
            <a:ext cx="1227981" cy="28726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4B910EFF-FD85-4095-9A7A-862A89A079E4}"/>
              </a:ext>
            </a:extLst>
          </p:cNvPr>
          <p:cNvSpPr txBox="1"/>
          <p:nvPr/>
        </p:nvSpPr>
        <p:spPr>
          <a:xfrm>
            <a:off x="8715737" y="3423148"/>
            <a:ext cx="133108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solidFill>
                  <a:srgbClr val="C00000"/>
                </a:solidFill>
              </a:rPr>
              <a:t>PASS</a:t>
            </a:r>
            <a:endParaRPr lang="ko-KR" altLang="en-US" sz="1400" dirty="0">
              <a:solidFill>
                <a:srgbClr val="C00000"/>
              </a:solidFill>
            </a:endParaRPr>
          </a:p>
        </p:txBody>
      </p:sp>
      <p:grpSp>
        <p:nvGrpSpPr>
          <p:cNvPr id="62" name="그룹 61">
            <a:extLst>
              <a:ext uri="{FF2B5EF4-FFF2-40B4-BE49-F238E27FC236}">
                <a16:creationId xmlns:a16="http://schemas.microsoft.com/office/drawing/2014/main" id="{677A6ACC-9E6C-42FF-A0E6-0B51BEA33BE2}"/>
              </a:ext>
            </a:extLst>
          </p:cNvPr>
          <p:cNvGrpSpPr/>
          <p:nvPr/>
        </p:nvGrpSpPr>
        <p:grpSpPr>
          <a:xfrm>
            <a:off x="532564" y="3745856"/>
            <a:ext cx="2649712" cy="2472782"/>
            <a:chOff x="2394920" y="587468"/>
            <a:chExt cx="4215605" cy="3430859"/>
          </a:xfrm>
        </p:grpSpPr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60B766CA-CA54-46BA-AFD0-8E1E9AF2F155}"/>
                </a:ext>
              </a:extLst>
            </p:cNvPr>
            <p:cNvSpPr/>
            <p:nvPr/>
          </p:nvSpPr>
          <p:spPr>
            <a:xfrm>
              <a:off x="2394920" y="587469"/>
              <a:ext cx="4215605" cy="3430858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Browser</a:t>
              </a:r>
              <a:endParaRPr lang="ko-KR" altLang="en-US" dirty="0"/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1AA2EFFD-DD41-40F3-BA85-D5503BA16412}"/>
                </a:ext>
              </a:extLst>
            </p:cNvPr>
            <p:cNvSpPr/>
            <p:nvPr/>
          </p:nvSpPr>
          <p:spPr>
            <a:xfrm>
              <a:off x="3280095" y="906011"/>
              <a:ext cx="3330430" cy="3112314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직사각형 64">
              <a:extLst>
                <a:ext uri="{FF2B5EF4-FFF2-40B4-BE49-F238E27FC236}">
                  <a16:creationId xmlns:a16="http://schemas.microsoft.com/office/drawing/2014/main" id="{A7C674C6-626A-4FF2-A64A-674050384C8C}"/>
                </a:ext>
              </a:extLst>
            </p:cNvPr>
            <p:cNvSpPr/>
            <p:nvPr/>
          </p:nvSpPr>
          <p:spPr>
            <a:xfrm>
              <a:off x="2401143" y="587468"/>
              <a:ext cx="878952" cy="3430857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pic>
        <p:nvPicPr>
          <p:cNvPr id="66" name="그림 65">
            <a:extLst>
              <a:ext uri="{FF2B5EF4-FFF2-40B4-BE49-F238E27FC236}">
                <a16:creationId xmlns:a16="http://schemas.microsoft.com/office/drawing/2014/main" id="{909A7CD4-B35C-4299-BA94-3FF9405B7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939" y="3753267"/>
            <a:ext cx="2093337" cy="215825"/>
          </a:xfrm>
          <a:prstGeom prst="rect">
            <a:avLst/>
          </a:prstGeom>
        </p:spPr>
      </p:pic>
      <p:pic>
        <p:nvPicPr>
          <p:cNvPr id="68" name="그림 67">
            <a:extLst>
              <a:ext uri="{FF2B5EF4-FFF2-40B4-BE49-F238E27FC236}">
                <a16:creationId xmlns:a16="http://schemas.microsoft.com/office/drawing/2014/main" id="{934DC9FF-76BD-4C8A-8AE6-8404AD436A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71" y="3753267"/>
            <a:ext cx="551434" cy="2465370"/>
          </a:xfrm>
          <a:prstGeom prst="rect">
            <a:avLst/>
          </a:prstGeom>
        </p:spPr>
      </p:pic>
      <p:pic>
        <p:nvPicPr>
          <p:cNvPr id="69" name="그림 68">
            <a:extLst>
              <a:ext uri="{FF2B5EF4-FFF2-40B4-BE49-F238E27FC236}">
                <a16:creationId xmlns:a16="http://schemas.microsoft.com/office/drawing/2014/main" id="{9AE32502-62C1-4E43-A1A5-E6C35FCA95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344" y="6086969"/>
            <a:ext cx="2075786" cy="129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71372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4425</TotalTime>
  <Words>21</Words>
  <Application>Microsoft Office PowerPoint</Application>
  <PresentationFormat>와이드스크린</PresentationFormat>
  <Paragraphs>17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Arial Unicode MS</vt:lpstr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tech_</dc:creator>
  <cp:lastModifiedBy>tech_</cp:lastModifiedBy>
  <cp:revision>111</cp:revision>
  <dcterms:created xsi:type="dcterms:W3CDTF">2026-06-11T13:09:49Z</dcterms:created>
  <dcterms:modified xsi:type="dcterms:W3CDTF">2026-06-14T15:02:40Z</dcterms:modified>
</cp:coreProperties>
</file>